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5382-80B0-E982-CE04-CCF1AE8B2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30738-686A-32E2-49B7-1423E985A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0BBF0-26B0-88DF-8040-B5F60900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77EE7-A573-B1FE-4F01-E1838FA3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39109-1BEF-9DE6-D12A-D0E7387B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20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880E-BDD5-6C31-125E-317A78809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37363-FEFC-F75F-A6FF-BED16EB5F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62F1F-430E-FE5F-3BD9-09D6F270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7B6A-E1D8-431F-072D-A6140D11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E8FBB-16F3-CE04-E772-E01867F3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94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6CD2-175C-3677-A7D3-AB2AEE0A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266D9-04CA-42E0-4066-B8ACA4C8F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BA35-5ABF-5720-4713-1FC6EB9C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44C36-F9F9-8DF3-AFBC-83E1211D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01357-D170-802F-A674-4786ECD8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96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B7DBA-E01A-AC00-AA8E-323098A2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5D9F2-A9E6-3B29-2A8E-1C0CAE40B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A04EC-6067-A7A4-B3EE-60EE71D04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D1DA9-0C03-CDC8-85FE-19444CA4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37735-9750-8AAA-EDEC-D923F02D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3EDC3-5234-EE44-A05A-9BAE9DE9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492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03C99-96D0-DC5C-4B0B-7CEDC851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BD79E-A2C1-0948-F253-EC676B0D8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EC068-47FF-9EFD-28DF-281C59655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FD24C-DBA0-47F6-49B3-92700D6CE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46CD1-7466-FB4E-3BFD-AD3454024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869CD-F610-1D4D-6ADD-033A8270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9C178-BC1A-D3BF-7613-5BAB27A6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D9EF8-1543-2857-8AF4-019BF2A8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24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8A85E-2383-3E66-73F6-B242C8E9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757A3-2331-E3AC-D26D-7AC67E955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DDC61-9E2F-0A0A-CA0B-FC5E947D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B9C7F-CF1A-1C18-955E-A8A72A27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09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79188-B8AA-D255-F088-ED81E42A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09E9B-AAA4-70A7-31E9-28270854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0C13-E7B7-7142-B7E4-3F498814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94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844C-1D47-4C9A-AC34-CE95D496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BF551-A90C-A7E1-0E48-B5EA58455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FF4EB-7AC7-D750-69D5-032205EC1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5AA12-9D31-51D7-4416-717A05F1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AFC14-D609-F4A8-BCE8-0DA32DBF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8760A-1A5E-F2DE-2820-218385F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30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C481A-D0B2-37BF-5C8C-4EF386B4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C8339-736E-F7CC-3427-573662CB2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C82B85-5663-4DF2-D16F-914898DE4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A8DFA-95E9-3172-D9E0-A1840DA6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1A34D-8808-7D89-0D7D-F11589F6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2EF77-F119-39A7-6577-027F95DD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11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4823-7775-8165-139F-97462334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7C398-744E-4DBF-BDB7-B08589B94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4C94B-DD9A-8295-3609-A375EBAF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FBD1A-3D96-FFEE-DE44-199AC3C70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267EC-3FE2-2545-CD81-4A0AB9A1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28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DF581-FF56-95A1-FCB1-B5F469833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BA5AF-5D57-2F31-1CD9-3F0CE58E7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04B89-18E2-A1A8-B2F5-68288613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70122-2986-F8F2-8C2E-8423EB00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B14ED-65CF-9192-89F7-A934B50D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6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B53B8-4776-FBD4-8E54-1D98A4BA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74CAF-3FC9-5650-B9DB-CA4F96F76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D9E03-2F18-CE46-9A6E-D53501233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C84DA-D408-4889-932A-C27A3010FA99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0C2F-8208-3DEC-44AB-1C974DA6F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33DF9-F639-C237-EE4C-0D709A872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77F46-C9A7-400C-861A-9A68072E9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95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A7C6B9-AFF7-1C10-8E3E-80839162552E}"/>
              </a:ext>
            </a:extLst>
          </p:cNvPr>
          <p:cNvSpPr/>
          <p:nvPr/>
        </p:nvSpPr>
        <p:spPr>
          <a:xfrm>
            <a:off x="791852" y="593889"/>
            <a:ext cx="10793690" cy="5363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A7B2A6-F240-AE85-0A25-4EBC6208F991}"/>
              </a:ext>
            </a:extLst>
          </p:cNvPr>
          <p:cNvSpPr/>
          <p:nvPr/>
        </p:nvSpPr>
        <p:spPr>
          <a:xfrm>
            <a:off x="944251" y="763570"/>
            <a:ext cx="10303497" cy="71643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HTTP Status Codes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DF11C-7F7D-76C9-D26B-EB75C6BCBE25}"/>
              </a:ext>
            </a:extLst>
          </p:cNvPr>
          <p:cNvSpPr/>
          <p:nvPr/>
        </p:nvSpPr>
        <p:spPr>
          <a:xfrm>
            <a:off x="944251" y="1781665"/>
            <a:ext cx="3109275" cy="387441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324C9-B178-466E-577A-E23516E2DD54}"/>
              </a:ext>
            </a:extLst>
          </p:cNvPr>
          <p:cNvSpPr/>
          <p:nvPr/>
        </p:nvSpPr>
        <p:spPr>
          <a:xfrm>
            <a:off x="4541362" y="1781665"/>
            <a:ext cx="3109275" cy="387441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5DF0B0-F240-ADF4-D05F-EC0D52D83553}"/>
              </a:ext>
            </a:extLst>
          </p:cNvPr>
          <p:cNvSpPr/>
          <p:nvPr/>
        </p:nvSpPr>
        <p:spPr>
          <a:xfrm>
            <a:off x="8138473" y="1781665"/>
            <a:ext cx="3109275" cy="387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DF7FF4-7F06-E597-CB7A-6D97D87B2805}"/>
              </a:ext>
            </a:extLst>
          </p:cNvPr>
          <p:cNvSpPr/>
          <p:nvPr/>
        </p:nvSpPr>
        <p:spPr>
          <a:xfrm>
            <a:off x="1111970" y="1904214"/>
            <a:ext cx="2724739" cy="575035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Level 200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EF5E5B-7A94-5DD6-1F8B-75C8EE01DA15}"/>
              </a:ext>
            </a:extLst>
          </p:cNvPr>
          <p:cNvSpPr/>
          <p:nvPr/>
        </p:nvSpPr>
        <p:spPr>
          <a:xfrm>
            <a:off x="4733629" y="1904214"/>
            <a:ext cx="2724739" cy="5750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Level 400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04BA5E-B450-3D1E-8A89-EBFC2CF423EF}"/>
              </a:ext>
            </a:extLst>
          </p:cNvPr>
          <p:cNvSpPr/>
          <p:nvPr/>
        </p:nvSpPr>
        <p:spPr>
          <a:xfrm>
            <a:off x="8330740" y="1904214"/>
            <a:ext cx="2724739" cy="575035"/>
          </a:xfrm>
          <a:prstGeom prst="roundRect">
            <a:avLst/>
          </a:prstGeom>
          <a:solidFill>
            <a:srgbClr val="CF39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Level 500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31705D-FCBD-F656-40AA-EDC46E506E35}"/>
              </a:ext>
            </a:extLst>
          </p:cNvPr>
          <p:cNvSpPr txBox="1"/>
          <p:nvPr/>
        </p:nvSpPr>
        <p:spPr>
          <a:xfrm>
            <a:off x="4818666" y="2696065"/>
            <a:ext cx="2554664" cy="2573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60B0FD-C52C-919A-2CC9-31DBEAEB00A7}"/>
              </a:ext>
            </a:extLst>
          </p:cNvPr>
          <p:cNvSpPr txBox="1"/>
          <p:nvPr/>
        </p:nvSpPr>
        <p:spPr>
          <a:xfrm>
            <a:off x="8430705" y="2696065"/>
            <a:ext cx="2554664" cy="2573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5184D-4206-6A3A-F7EC-5309EF820905}"/>
              </a:ext>
            </a:extLst>
          </p:cNvPr>
          <p:cNvSpPr txBox="1"/>
          <p:nvPr/>
        </p:nvSpPr>
        <p:spPr>
          <a:xfrm>
            <a:off x="1221556" y="2696065"/>
            <a:ext cx="25303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200: OK</a:t>
            </a:r>
          </a:p>
          <a:p>
            <a:r>
              <a:rPr lang="en-IN" dirty="0">
                <a:solidFill>
                  <a:schemeClr val="bg1"/>
                </a:solidFill>
              </a:rPr>
              <a:t>201: Created</a:t>
            </a:r>
          </a:p>
          <a:p>
            <a:r>
              <a:rPr lang="en-IN" dirty="0">
                <a:solidFill>
                  <a:schemeClr val="bg1"/>
                </a:solidFill>
              </a:rPr>
              <a:t>202: Accepted</a:t>
            </a:r>
          </a:p>
          <a:p>
            <a:r>
              <a:rPr lang="en-IN" dirty="0">
                <a:solidFill>
                  <a:schemeClr val="bg1"/>
                </a:solidFill>
              </a:rPr>
              <a:t>203: Non-Authoritative Information</a:t>
            </a:r>
          </a:p>
          <a:p>
            <a:r>
              <a:rPr lang="en-IN" dirty="0">
                <a:solidFill>
                  <a:schemeClr val="bg1"/>
                </a:solidFill>
              </a:rPr>
              <a:t>204: No Content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2E9044-0C7F-EDE1-324E-60F85581EF51}"/>
              </a:ext>
            </a:extLst>
          </p:cNvPr>
          <p:cNvSpPr txBox="1"/>
          <p:nvPr/>
        </p:nvSpPr>
        <p:spPr>
          <a:xfrm>
            <a:off x="4818666" y="2731091"/>
            <a:ext cx="2554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400: Bad Request</a:t>
            </a:r>
          </a:p>
          <a:p>
            <a:r>
              <a:rPr lang="en-IN" dirty="0">
                <a:solidFill>
                  <a:schemeClr val="bg1"/>
                </a:solidFill>
              </a:rPr>
              <a:t>401: Unauthorized</a:t>
            </a:r>
          </a:p>
          <a:p>
            <a:r>
              <a:rPr lang="en-IN" dirty="0">
                <a:solidFill>
                  <a:schemeClr val="bg1"/>
                </a:solidFill>
              </a:rPr>
              <a:t>403: Forbidden</a:t>
            </a:r>
          </a:p>
          <a:p>
            <a:r>
              <a:rPr lang="en-IN" dirty="0">
                <a:solidFill>
                  <a:schemeClr val="bg1"/>
                </a:solidFill>
              </a:rPr>
              <a:t>404: Not Found</a:t>
            </a:r>
          </a:p>
          <a:p>
            <a:r>
              <a:rPr lang="en-IN" dirty="0">
                <a:solidFill>
                  <a:schemeClr val="bg1"/>
                </a:solidFill>
              </a:rPr>
              <a:t>409: Conflict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7E68F8-8466-5965-5978-D45202157228}"/>
              </a:ext>
            </a:extLst>
          </p:cNvPr>
          <p:cNvSpPr txBox="1"/>
          <p:nvPr/>
        </p:nvSpPr>
        <p:spPr>
          <a:xfrm>
            <a:off x="8430705" y="2696065"/>
            <a:ext cx="2554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500: Internal Server Error</a:t>
            </a:r>
          </a:p>
          <a:p>
            <a:r>
              <a:rPr lang="en-IN" dirty="0">
                <a:solidFill>
                  <a:schemeClr val="bg1"/>
                </a:solidFill>
              </a:rPr>
              <a:t>501: Not Implemented</a:t>
            </a:r>
          </a:p>
          <a:p>
            <a:r>
              <a:rPr lang="en-IN" dirty="0">
                <a:solidFill>
                  <a:schemeClr val="bg1"/>
                </a:solidFill>
              </a:rPr>
              <a:t>502: Bad Gateway</a:t>
            </a:r>
          </a:p>
          <a:p>
            <a:r>
              <a:rPr lang="en-IN" dirty="0">
                <a:solidFill>
                  <a:schemeClr val="bg1"/>
                </a:solidFill>
              </a:rPr>
              <a:t>504: Gateway Timeout</a:t>
            </a:r>
          </a:p>
          <a:p>
            <a:r>
              <a:rPr lang="en-IN" dirty="0">
                <a:solidFill>
                  <a:schemeClr val="bg1"/>
                </a:solidFill>
              </a:rPr>
              <a:t>509: Network Timeout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A08675-AC9F-2177-7B6D-73712B89F8BC}"/>
              </a:ext>
            </a:extLst>
          </p:cNvPr>
          <p:cNvSpPr txBox="1"/>
          <p:nvPr/>
        </p:nvSpPr>
        <p:spPr>
          <a:xfrm>
            <a:off x="3836709" y="6127421"/>
            <a:ext cx="5147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>
                <a:solidFill>
                  <a:srgbClr val="FF0000"/>
                </a:solidFill>
                <a:cs typeface="Arial" panose="020B0604020202020204" pitchFamily="34" charset="0"/>
              </a:rPr>
              <a:t>Made By - Chinmay S. Kaitade</a:t>
            </a:r>
          </a:p>
        </p:txBody>
      </p:sp>
    </p:spTree>
    <p:extLst>
      <p:ext uri="{BB962C8B-B14F-4D97-AF65-F5344CB8AC3E}">
        <p14:creationId xmlns:p14="http://schemas.microsoft.com/office/powerpoint/2010/main" val="320452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BFCC01EE-0BFC-6A07-EFBF-3B7FE462E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975" y="23812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B6F3A6-CCF3-1EF8-23C2-EFA30DC3F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772566"/>
              </p:ext>
            </p:extLst>
          </p:nvPr>
        </p:nvGraphicFramePr>
        <p:xfrm>
          <a:off x="2032000" y="719666"/>
          <a:ext cx="81280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777865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373922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017446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660125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55599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126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88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433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417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447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3B7014-4999-2F52-20AD-21BF35B07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420568"/>
              </p:ext>
            </p:extLst>
          </p:nvPr>
        </p:nvGraphicFramePr>
        <p:xfrm>
          <a:off x="713294" y="243578"/>
          <a:ext cx="10765412" cy="6232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383">
                  <a:extLst>
                    <a:ext uri="{9D8B030D-6E8A-4147-A177-3AD203B41FA5}">
                      <a16:colId xmlns:a16="http://schemas.microsoft.com/office/drawing/2014/main" val="2403834177"/>
                    </a:ext>
                  </a:extLst>
                </a:gridCol>
                <a:gridCol w="2822605">
                  <a:extLst>
                    <a:ext uri="{9D8B030D-6E8A-4147-A177-3AD203B41FA5}">
                      <a16:colId xmlns:a16="http://schemas.microsoft.com/office/drawing/2014/main" val="3340819566"/>
                    </a:ext>
                  </a:extLst>
                </a:gridCol>
                <a:gridCol w="2083324">
                  <a:extLst>
                    <a:ext uri="{9D8B030D-6E8A-4147-A177-3AD203B41FA5}">
                      <a16:colId xmlns:a16="http://schemas.microsoft.com/office/drawing/2014/main" val="959665587"/>
                    </a:ext>
                  </a:extLst>
                </a:gridCol>
                <a:gridCol w="2535810">
                  <a:extLst>
                    <a:ext uri="{9D8B030D-6E8A-4147-A177-3AD203B41FA5}">
                      <a16:colId xmlns:a16="http://schemas.microsoft.com/office/drawing/2014/main" val="3603939890"/>
                    </a:ext>
                  </a:extLst>
                </a:gridCol>
                <a:gridCol w="1508290">
                  <a:extLst>
                    <a:ext uri="{9D8B030D-6E8A-4147-A177-3AD203B41FA5}">
                      <a16:colId xmlns:a16="http://schemas.microsoft.com/office/drawing/2014/main" val="1765206674"/>
                    </a:ext>
                  </a:extLst>
                </a:gridCol>
              </a:tblGrid>
              <a:tr h="649868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</a:rPr>
                        <a:t>Request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</a:rPr>
                        <a:t>URI/URL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</a:rPr>
                        <a:t>Request Payload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</a:rPr>
                        <a:t>Response Payload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</a:rPr>
                        <a:t>Status Code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564631"/>
                  </a:ext>
                </a:extLst>
              </a:tr>
              <a:tr h="928383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GET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https://reqres.in/api/users?page=2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Returns list of users in a page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200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589145"/>
                  </a:ext>
                </a:extLst>
              </a:tr>
              <a:tr h="21332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https://reqres.in/api/users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“name”:“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chinmay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”,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“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job”:”trainee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”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“id”:”411”,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“createdAt”:”2018-07-07T05:43:53.310Z”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201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45523"/>
                  </a:ext>
                </a:extLst>
              </a:tr>
              <a:tr h="184236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https://reqres.in/api/users/411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“name”:“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chinmay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”,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“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job”:”engineer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”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“updatedAt”:”2022-07-16T05:08:14.041Z”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200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367621"/>
                  </a:ext>
                </a:extLst>
              </a:tr>
              <a:tr h="6787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https://reqres.in/api/users/411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</a:rPr>
                        <a:t>204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8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5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73E72A-FE3E-36B8-DABB-E594A5CF6B8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068415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90106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8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97699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462863-D2E2-EB7C-7BC9-5E9F6F578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328969"/>
              </p:ext>
            </p:extLst>
          </p:nvPr>
        </p:nvGraphicFramePr>
        <p:xfrm>
          <a:off x="2032000" y="719666"/>
          <a:ext cx="81280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268856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9787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22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JSON is simple to read and write.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XML is less simple as compared to JSON.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19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It also supports </a:t>
                      </a:r>
                      <a:r>
                        <a:rPr lang="en-IN" b="1" dirty="0"/>
                        <a:t>array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 doesn’t support array.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009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JSON files are more </a:t>
                      </a:r>
                      <a:r>
                        <a:rPr lang="en-IN" b="1" dirty="0"/>
                        <a:t>human-readable</a:t>
                      </a:r>
                      <a:r>
                        <a:rPr lang="en-IN" dirty="0"/>
                        <a:t> than XML.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XML files are </a:t>
                      </a:r>
                      <a:r>
                        <a:rPr lang="en-IN" b="1" dirty="0"/>
                        <a:t>less than human readable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715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It supports only text and number data type.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 support many data types such as </a:t>
                      </a:r>
                      <a:r>
                        <a:rPr lang="en-IN" b="1" dirty="0"/>
                        <a:t>text</a:t>
                      </a:r>
                      <a:r>
                        <a:rPr lang="en-IN" dirty="0"/>
                        <a:t>, </a:t>
                      </a:r>
                      <a:r>
                        <a:rPr lang="en-IN" b="1" dirty="0"/>
                        <a:t>number</a:t>
                      </a:r>
                      <a:r>
                        <a:rPr lang="en-IN" dirty="0"/>
                        <a:t>, </a:t>
                      </a:r>
                      <a:r>
                        <a:rPr lang="en-IN" b="1" dirty="0"/>
                        <a:t>images</a:t>
                      </a:r>
                      <a:r>
                        <a:rPr lang="en-IN" dirty="0"/>
                        <a:t>, </a:t>
                      </a:r>
                      <a:r>
                        <a:rPr lang="en-IN" b="1" dirty="0"/>
                        <a:t>charts</a:t>
                      </a:r>
                      <a:r>
                        <a:rPr lang="en-IN" dirty="0"/>
                        <a:t>, </a:t>
                      </a:r>
                      <a:r>
                        <a:rPr lang="en-IN" b="1" dirty="0"/>
                        <a:t>graphs</a:t>
                      </a:r>
                      <a:r>
                        <a:rPr lang="en-IN" dirty="0"/>
                        <a:t>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581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677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260</Words>
  <Application>Microsoft Office PowerPoint</Application>
  <PresentationFormat>Widescreen</PresentationFormat>
  <Paragraphs>66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 Kaitade</dc:creator>
  <cp:lastModifiedBy>Chinmay Kaitade</cp:lastModifiedBy>
  <cp:revision>4</cp:revision>
  <dcterms:created xsi:type="dcterms:W3CDTF">2024-12-17T09:46:32Z</dcterms:created>
  <dcterms:modified xsi:type="dcterms:W3CDTF">2024-12-18T02:58:43Z</dcterms:modified>
</cp:coreProperties>
</file>